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72" y="15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29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877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913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9918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992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4853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322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575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437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799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0445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6607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317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0005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2978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0745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630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E0254F8-EA1E-4190-9E7C-C0EBFFD65A44}" type="datetimeFigureOut">
              <a:rPr lang="tr-TR" smtClean="0"/>
              <a:t>10.03.2026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1BD8589-3754-4767-8264-9BF43B6F6D7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17205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976BAAA-75A1-48AA-B7DE-B6B80709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2121F4-088A-EDD4-D233-2AD62F8310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7428" y="1257301"/>
            <a:ext cx="2450127" cy="4343399"/>
          </a:xfrm>
          <a:effectLst/>
        </p:spPr>
        <p:txBody>
          <a:bodyPr anchor="ctr">
            <a:normAutofit/>
          </a:bodyPr>
          <a:lstStyle/>
          <a:p>
            <a:pPr algn="l"/>
            <a:endParaRPr lang="tr-TR"/>
          </a:p>
          <a:p>
            <a:pPr algn="l"/>
            <a:r>
              <a:rPr lang="tr-TR"/>
              <a:t>Hazırlayan: Emirhan AYDIN</a:t>
            </a: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65A5F259-CDF7-4A15-A66C-A9939D23E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8386486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DCDC8-4F0F-3D1E-CE05-00F91BF23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3795" y="1257301"/>
            <a:ext cx="6672865" cy="434339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5000" b="1"/>
              <a:t>CNN Modellerinde Performans Sıralamasının Erken Stabilizasyonunun Analizi ve Optimum Epoch Belirlenmesi</a:t>
            </a:r>
            <a:endParaRPr lang="tr-TR" sz="5000" b="1" dirty="0"/>
          </a:p>
        </p:txBody>
      </p:sp>
    </p:spTree>
    <p:extLst>
      <p:ext uri="{BB962C8B-B14F-4D97-AF65-F5344CB8AC3E}">
        <p14:creationId xmlns:p14="http://schemas.microsoft.com/office/powerpoint/2010/main" val="2513961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B5D1C-8EC2-63CF-1B20-5AAAB6007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28666-9355-265E-59D5-14D64D1CA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12636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187</TotalTime>
  <Words>15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Calisto MT</vt:lpstr>
      <vt:lpstr>Wingdings 2</vt:lpstr>
      <vt:lpstr>Slate</vt:lpstr>
      <vt:lpstr>CNN Modellerinde Performans Sıralamasının Erken Stabilizasyonunun Analizi ve Optimum Epoch Belirlenmesi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Emirhan AYDIN</dc:creator>
  <cp:lastModifiedBy>Emirhan AYDIN</cp:lastModifiedBy>
  <cp:revision>1</cp:revision>
  <dcterms:created xsi:type="dcterms:W3CDTF">2026-03-10T15:26:22Z</dcterms:created>
  <dcterms:modified xsi:type="dcterms:W3CDTF">2026-03-10T18:33:27Z</dcterms:modified>
</cp:coreProperties>
</file>